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8688-BD61-ED49-5946-62ECF6F13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F02C1-3BD6-67C8-6045-FC32ACDC5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3F18-A1ED-19E8-0F7F-0C9F45DD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EAA76-7A21-5F9A-7C11-7F4FFE9F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1E38-49BF-B94B-C593-794261F4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8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47DC-93C3-0D9A-FCF2-67A54111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F2EF-F83C-90B4-9E0E-83166A607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A43EC-733F-7A44-92C7-71D215D6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29601-2C24-78FA-084D-77BD162E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909AB-EF26-EA1B-7BE9-2CDDB741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9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ABA0-EE6A-B931-6355-950925C9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517BB-ABAB-92E3-3892-853BAA0F2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4F851-7932-67BC-64B0-182EAFB0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FC2EB-ADF8-BC3F-853E-0F78C658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F5EF8-B187-344B-DAFA-5F972AA2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F4B6-C965-519D-EFB9-18EBEC28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DB0DB-F108-4F1F-4BF8-13CC99D6E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E15E1-7028-156A-568F-BAA93030F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F3A7C-6B85-3D72-2E2B-FA3DA182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AB6EC-89F1-EAAF-8851-3114BFD1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FD321-947A-0F16-61D4-8C7E9889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7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F6B8-F97C-A2EB-A64A-24556931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6740-5317-5EED-AFA2-F8522C068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A209E-8409-C2B4-B57A-2E17CEC57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BA0A9-922D-2579-581E-08350192D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CA88A-8BF6-FACA-2516-EC2C6C5AA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8B6B2-92D7-6EAF-D921-5528EF95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854AC-8323-CBF1-D361-0028C3FF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97F40-8F29-ED0A-871F-A09469A4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3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DF78-D769-D0BE-0A6F-35909FE9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95875-6C37-ACB1-7356-2EC773F4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6436D-F3DE-26D1-DC9E-C7754858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3C64A-E3DB-9FD7-60D5-3605A358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3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49351-41F7-36BB-988D-4744AA2A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E956C-5877-3BC7-A21D-669B6BEC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E79A-3F7C-BE4D-6E9A-880AA53E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D7C7-A78E-6F81-C8CF-DDED2F55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31200-FA4E-0990-8CDC-BCDBDB19B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4749F-65B3-0DDE-236A-DED981A86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7FD16-20E6-B997-3C27-0C59EAC6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12ECB-AA9F-9610-DC55-63F55026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232AA-0DD5-F816-ACE1-2930BE6A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0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06CD-CF36-0160-1089-F0030C8B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CF236-2A7D-3475-A3A1-AD7C2A441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C4C1D-9C21-9D6C-FC73-91C5ED555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5534A-97F8-AC6D-F348-ABB769FE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32E9A-97AB-0FE6-7784-F69A9BFC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4E7B0-E05D-F19A-2DD3-D377DFF2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9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D3AA-478A-165D-69B2-54860D37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16B7-D570-C2E9-1D79-289C5901C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77B97-C1B5-EACB-8460-F3C2C3D9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E1757-DD13-0F4D-9159-58CA7A94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D3198-BA7A-9FCE-E7D8-A3991970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59CB7-0919-9F34-F12C-56148B205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0DAB1-E310-3449-7825-5A095BA7B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9DD54-E274-3105-460A-45023BB3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CEA9-A695-CB00-B24E-243E9E3A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05C9-1FCC-2827-8BB7-AC10CBAC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462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7F817-259E-BDEC-D243-A338513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EF433-38C6-C705-EF1F-81C35C67E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64B14-06A6-4C5C-6631-B6CD1A16C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8E63D-816B-AEED-09B8-1A9DC595E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AA2D6-B39E-BBFE-6B2A-49A9044A1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0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0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E93E-C9BC-0ADF-49A4-509639DAB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B7913-E00E-42C7-9C77-7F6C08A58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7584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D0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574FF2"/>
                </a:solidFill>
                <a:latin typeface="Georgia"/>
              </a:rPr>
              <a:t>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2D3A30"/>
                </a:solidFill>
                <a:latin typeface="Calibri"/>
              </a:rPr>
              <a:t>gh</a:t>
            </a:r>
          </a:p>
          <a:p>
            <a:r>
              <a:rPr>
                <a:solidFill>
                  <a:srgbClr val="2D3A30"/>
                </a:solidFill>
                <a:latin typeface="Calibri"/>
              </a:rPr>
              <a:t>fh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4332"/>
      </a:dk2>
      <a:lt2>
        <a:srgbClr val="E8E8E8"/>
      </a:lt2>
      <a:accent1>
        <a:srgbClr val="2D6A4F"/>
      </a:accent1>
      <a:accent2>
        <a:srgbClr val="40916C"/>
      </a:accent2>
      <a:accent3>
        <a:srgbClr val="74C69D"/>
      </a:accent3>
      <a:accent4>
        <a:srgbClr val="B7E4C7"/>
      </a:accent4>
      <a:accent5>
        <a:srgbClr val="D4A373"/>
      </a:accent5>
      <a:accent6>
        <a:srgbClr val="8D6E63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Ambika M</dc:creator>
  <cp:lastModifiedBy>Ambika M</cp:lastModifiedBy>
  <cp:revision>1</cp:revision>
  <dcterms:created xsi:type="dcterms:W3CDTF">2026-10-13T09:43:42Z</dcterms:created>
  <dcterms:modified xsi:type="dcterms:W3CDTF">2026-10-13T09:43:42Z</dcterms:modified>
</cp:coreProperties>
</file>